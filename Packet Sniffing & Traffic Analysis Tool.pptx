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09622-2D6F-4EAB-AC48-14CD4F6B95F5}" v="35" dt="2026-01-12T17:20:40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460BA-CAA1-41EC-9F5B-D1F5E74D68D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F4DCE-3000-4D7E-AB87-89D6E18F6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6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AB60-5273-26B4-6AA8-7245C51A2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AD2A0-2D81-E47B-2551-CD8A12C2D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DFB22-E42B-C7F7-9EB9-1A23C1FB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590E-7018-4C73-98B4-22466D1F30E6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3C69F-D45B-2EDE-27CA-88EF17DB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0AB2-E685-B797-C815-6CF41330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22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4274-FDFA-8DFF-3E77-DE86A53A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3E897-C940-70B3-03A5-D3B1D2D44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F54F2-41C9-BE54-E6A3-5AA1F047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8055-B828-4B12-92FF-E1674CCB29AD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AE97F-E622-ACFC-1CEF-C723CCE3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20568-3E39-52A6-6AC4-CDE9DBC6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43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31E1-1C4F-015E-646D-8C77D530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12AFE-5319-B5E8-3CE0-E9FE31EE5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B78D5-6836-AA9F-5AA0-DD04F4FB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B7FE-452B-4A03-8D10-9823505C8E6D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4494E-7FE4-CB8A-8E83-B83D88D1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CDCCA-4B99-A994-57A9-A9C27C23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1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D68A-A37F-F15A-E717-86A5AA66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97D2-0B60-38C4-F897-A766FFF77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4996A-2F39-111D-9D5D-A00EFFBD0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F52AE-00FF-6725-78C8-FCAD80B9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A8E9-6A7D-4C33-A4C2-AC07B3258364}" type="datetime1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F115B-075F-E92E-AC64-F31C5E3E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151C6-36F1-314F-A822-5C7219A3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78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6DE1-05E7-E0E2-7521-DFE78AF58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39616-7B67-7E8D-D241-00400E512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58266-A94A-5AE8-321E-3C4A82BEC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86D55-AD10-B5E8-6A77-5D2D28623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9B83E-FB46-256C-C2CD-24EDD61CC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E17A3-B358-4256-D23E-85E0E5C8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9850-7138-455B-8025-B0EBAA214BD7}" type="datetime1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AB424-2964-93B2-DE4F-FECA8B4B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2A1D7-8B5C-9B34-CDF7-F8D04E95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8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156D-66D2-FCE6-D6EA-D3DA5724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5DC79-AAED-AE90-0344-AEE03FDC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405A-B6BB-4F4A-A54B-2A6CBE43791D}" type="datetime1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FBB83-5BAB-213D-EA0D-355CFB03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92177-B185-D913-B54F-906A0C35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5BBB3-F951-40E7-1C6C-5E418EC3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DC9AE-E60E-4FEC-B757-965FEF4A084F}" type="datetime1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04E90-D0C2-52BB-F108-A4229858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A4EED-0478-3008-6290-6BF68860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97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51DD-4BF9-5F55-5C63-7264F31D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C674-6A67-63FD-17B0-31C8BA8BB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ED209-D0FA-0D50-88FF-6B9D9E855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223C4-553F-4CA5-2285-7C47B1A2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31B-F823-47CB-B454-4A91675B6147}" type="datetime1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862BE-A146-51F0-50EE-3DF983FC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962CF-95D8-A0E3-DDAB-1CC92E58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08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1C9F-A2E8-F934-D826-B74F5D88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7A882-DC2F-EAD2-A36A-97F956E2C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7A0E5-880A-F085-EEA3-921140E53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3FE41-0C43-BBCF-88DF-713BCBE2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2049-A70E-4C55-9940-79CE4BBCDB8B}" type="datetime1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CE8E3-1304-B636-8B73-6D3AAEAC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6DFE9-B252-E0D6-AE06-E5447B15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8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D2ABE-BD85-E536-8E95-5556F432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72107-0CD3-FCE8-E7C3-D32B652D8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167C6-653D-BA69-72A4-41FC67E1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DA891-7D4C-4611-8BA6-B1D1DA9B9691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17A4C-BD34-2850-CD3B-A58566C0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072D7-3EFB-7656-C98F-D6065189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21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2C9EF-33BC-75C9-FEE1-E5F0FA6A2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55FB9-EC07-82EB-3E70-7956C7EF3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AD20C-F650-06D2-D07C-9B361982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9B21-5755-4701-8538-B0EC3CD24536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E5649-9E40-5E18-A2AB-ACD6627A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D85E8-0484-909F-999C-0886CDBE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76A38-321E-4293-936D-3260CCB1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1FFD5-035D-C0F2-7A01-C793FB8BA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648D4-72A9-8F8B-EAE3-0B9D5CF85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949E8-E334-49DE-A70B-0ECD8FC2B2E6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B4DB2-CAEA-0683-DF66-33C270F4F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TEAM - NEXGUARD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B529-E299-29BF-677D-236C75FAF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E1C1D-AC9B-4AD0-A85C-439B5882B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1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15E2-6237-56CE-AB98-638DA1C4B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1" y="1465007"/>
            <a:ext cx="9144000" cy="1238864"/>
          </a:xfrm>
        </p:spPr>
        <p:txBody>
          <a:bodyPr>
            <a:noAutofit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SNIFFING &amp; TRAFFIC ANALYSIS TOOL (HK-16)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52ACD-4890-0FC6-A55C-CA6949FF7A63}"/>
              </a:ext>
            </a:extLst>
          </p:cNvPr>
          <p:cNvSpPr txBox="1"/>
          <p:nvPr/>
        </p:nvSpPr>
        <p:spPr>
          <a:xfrm>
            <a:off x="4488425" y="2906108"/>
            <a:ext cx="4262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NEXGUARD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3223B-DC79-514C-C310-014CC09FF5CC}"/>
              </a:ext>
            </a:extLst>
          </p:cNvPr>
          <p:cNvSpPr txBox="1"/>
          <p:nvPr/>
        </p:nvSpPr>
        <p:spPr>
          <a:xfrm>
            <a:off x="7649497" y="4493341"/>
            <a:ext cx="4159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342900" indent="-34290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SHAKTHIVEL RAJESH (LEADER)</a:t>
            </a:r>
          </a:p>
          <a:p>
            <a:pPr marL="342900" indent="-34290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SURYAA U</a:t>
            </a:r>
          </a:p>
          <a:p>
            <a:pPr marL="342900" indent="-34290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MOULLESH VARMA 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10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3500-D3FE-50E0-ECBC-0C86C1D6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B684-0E19-8F1C-7C56-2138AE69F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computer networks generate a huge amount of traffic every second. Identifying malicious activities such as unauthorized access, suspicious connections, or abnormal traffic patterns in this data is challenging.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network analysis tools are often complex, resource-heavy, and require expert knowledge, making them unsuitable for students, small organizations, or quick security assessments. As a result, many potential threats go unnoticed until serious damage occurs.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lightweight, easy-to-understand, and efficient system that can monitor network traffic in real time and highlight potential security threats without relying on expensive or overly complicated tools.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7EEA6-E240-8FE9-B3C2-CD7444EFD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15B31-62F8-966D-4A6B-F097DB75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91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8BC5-34DB-AB9E-922A-10FACF06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GB" sz="3600" b="1" dirty="0"/>
              <a:t>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5741-FCD7-1B00-40F2-34D2484A5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real-time, security-focused network threat analysis tool that captures live network traffic or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PCAP files and automatically identifies suspicious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tool processes packets through protocol parsing and security feature extraction, followed by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to detect anomalies such as unusual port usage, repeated beaconing patterns, DNS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attempts, and protocol violations.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threats are converted into explainable alerts with severity scoring and supporting evidence, which are presented through a clear visualization and reporting dashboard. This enables faster threat identification and efficient security triage without requiring deep packet-level expertise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DECC4-30CB-A055-A119-3307EBD5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8D4D-43E1-B083-622A-212EC38E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08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442A-08A0-1EB4-1CD6-9029FEF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18CD8F-82BE-D55F-3D46-EFDD37057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177" y="1460819"/>
            <a:ext cx="9459645" cy="313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DC3EC0-FCCD-9897-3C78-E517CE8B3958}"/>
              </a:ext>
            </a:extLst>
          </p:cNvPr>
          <p:cNvSpPr txBox="1"/>
          <p:nvPr/>
        </p:nvSpPr>
        <p:spPr>
          <a:xfrm>
            <a:off x="1484165" y="4513631"/>
            <a:ext cx="9714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the end-to-end architecture of the network threat analysis system, from traffic capture to alert generation.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E23566-A285-0CBF-BD17-819AADEE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TEAM - NEXGUARD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768E91-20B9-70DE-9D87-C9E374CBB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40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B6D17-F063-CE9E-A6B2-3ABE770F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4A23-94B5-44CA-9FED-590DE034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00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5DAF10-65F5-2068-0855-288A43E3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443" y="1088214"/>
            <a:ext cx="4201111" cy="45942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355551-0F6F-7348-E2FD-89269E6476C2}"/>
              </a:ext>
            </a:extLst>
          </p:cNvPr>
          <p:cNvSpPr txBox="1"/>
          <p:nvPr/>
        </p:nvSpPr>
        <p:spPr>
          <a:xfrm>
            <a:off x="1710810" y="5292732"/>
            <a:ext cx="98322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workflow illustrates how packets are parsed, </a:t>
            </a:r>
            <a:r>
              <a:rPr lang="en-GB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analyzed</a:t>
            </a:r>
            <a:r>
              <a:rPr lang="en-GB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and converted into security alerts.</a:t>
            </a: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D8C6E3-62C4-3456-81DD-91AE3822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77B7C5-A5B7-2523-62D3-38E8EFAF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68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0FE29-A940-44D2-C3F8-2CF2B39C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9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WORKFLOW &amp; IMPLEMENTATION PLAN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8B61-E3FE-CB70-6407-0CE450291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553497"/>
            <a:ext cx="10636045" cy="4623466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operates on PCAP-based network traffic for safe and repeatable testing.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packets are parsed using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DNS-related fields.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such as DNS query length and character entropy are calculated.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 are evaluated using rule-based detection logic.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thresholds are exceeded, the system generates explainable security alerts.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traffic remains within normal limits, no alert is raised, reducing false positives.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6FC59-0F11-D0C2-40A6-8AAD5D85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A259D-276A-1C8D-6875-9A75E856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3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8ED0-F47A-AF27-6D6C-9C053835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706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LOGIC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C70BE-ECB2-2474-C49E-A4F7A49B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0" y="1396181"/>
            <a:ext cx="7194754" cy="51914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Logic: DNS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Concept: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 DNS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hides malicious data inside DNS query names to bypass network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 DNS query length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 Character entropy (randomness)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Rule: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 If DNS queries are unusually long and show high entropy, they are flagged as suspicious.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 Encoded or encrypted data increases randomness and query size compared to normal DNS requests.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 Generates an alert with supporting evidence (query length and entropy values).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A392A-F419-5D0A-CD5C-DC4062FC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974" y="2104102"/>
            <a:ext cx="4632345" cy="22217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46FBC-C406-BD12-E0EE-CAB7B8A5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FF9E4-A265-035D-ABB3-02A5301C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46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3BB9-8D6A-4028-3EA4-92729966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RESULTS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7C02BD-7AC0-7356-8218-204DDDA52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935" y="1528251"/>
            <a:ext cx="6939885" cy="153867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2A69EA-40FD-3089-A1FC-33E2D6141A5F}"/>
              </a:ext>
            </a:extLst>
          </p:cNvPr>
          <p:cNvSpPr txBox="1"/>
          <p:nvPr/>
        </p:nvSpPr>
        <p:spPr>
          <a:xfrm>
            <a:off x="3893573" y="3244334"/>
            <a:ext cx="407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DNS traffic produced no alerts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0598FA-836C-14D8-6648-7F5639AC9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56" y="3864077"/>
            <a:ext cx="6786228" cy="17974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3FE6B4-D957-DBDF-AC8D-D6766C988EA9}"/>
              </a:ext>
            </a:extLst>
          </p:cNvPr>
          <p:cNvSpPr txBox="1"/>
          <p:nvPr/>
        </p:nvSpPr>
        <p:spPr>
          <a:xfrm>
            <a:off x="3607498" y="5955575"/>
            <a:ext cx="497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High-entropy DNS query triggered 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40F52-CDC4-1B5D-27C9-C3843AD1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64DBF-DA69-6BD5-66E1-3CBE1985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0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A4FD-4B31-A03C-EFB1-F91A8DD8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23423" cy="89340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TOOLS/TECH STACK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1A8CF-2405-D59C-5E5A-8ABD301C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CA442-21DE-CE6A-0FAC-31A4C118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B7FB8D-BFDC-E6A5-B818-2E8156857F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1381" y="1432147"/>
            <a:ext cx="10170242" cy="5722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Scripting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language for packet analysis and detection logic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Analysis &amp; Networking</a:t>
            </a:r>
          </a:p>
          <a:p>
            <a:pPr lvl="1"/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Reading PCAP files and parsing DNS packets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PCAP files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Offline network traffic analysis for safe testing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Detection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Identifying anomalies such as DNS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entropy and query length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 development and testing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OS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and execution environment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Visualization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/ Console output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Displaying explainable security alerts</a:t>
            </a:r>
          </a:p>
          <a:p>
            <a:pPr marL="457200" lvl="1" indent="0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(Future extension: Web dashboard / visualization layer)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407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D466-D5F9-E240-6FA3-304261D6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8F3D6-E26E-197D-BDD1-6940462B4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only known attack patterns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limits for high-speed networks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inspect encrypted traffic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of false alerts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system resources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AI/ML-based detection for zero-day attacks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high-volume traffic analysis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traffic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dashboard &amp; visualization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Cloud, SIEM &amp; SOC integration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incident response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2A70D-7632-FEE9-6DFB-4868A014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B5F88-0AA0-14DA-734F-DE9E0ACC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09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9336-432F-F687-C377-46C582AC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9735" cy="755752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65148-6754-3B51-0587-60B94D02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TEAM - NEXGUARD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6C457-7546-D961-F19D-A6B6B353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E1C1D-AC9B-4AD0-A85C-439B5882BDD0}" type="slidenum">
              <a:rPr lang="en-IN" smtClean="0"/>
              <a:t>11</a:t>
            </a:fld>
            <a:endParaRPr lang="en-IN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BBF3964-8A72-2F87-3264-CB49B6B6E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79222"/>
            <a:ext cx="1065457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designed and implemented a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security-focused network traffic analysis system.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packet capture, analysis, and threat detection.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Automated identification of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suspicious network behaviors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anomalies and misuse.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Provided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and explainable alerts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raw packet data.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Showed how the solution goes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beyond traditional packet analyzers.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Established a strong foundation for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and enterprise-grade network security solutions.</a:t>
            </a:r>
          </a:p>
        </p:txBody>
      </p:sp>
    </p:spTree>
    <p:extLst>
      <p:ext uri="{BB962C8B-B14F-4D97-AF65-F5344CB8AC3E}">
        <p14:creationId xmlns:p14="http://schemas.microsoft.com/office/powerpoint/2010/main" val="173064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766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PACKET SNIFFING &amp; TRAFFIC ANALYSIS TOOL (HK-16)</vt:lpstr>
      <vt:lpstr>PROBLEM STATEMENT</vt:lpstr>
      <vt:lpstr>PROPOSED SOLUTION</vt:lpstr>
      <vt:lpstr>ARCHITECTURE DIAGRAM</vt:lpstr>
      <vt:lpstr>SYSTEM DESIGN</vt:lpstr>
      <vt:lpstr>PROTOTYPE WORKFLOW &amp; IMPLEMENTATION PLAN</vt:lpstr>
      <vt:lpstr>DETECTION LOGIC</vt:lpstr>
      <vt:lpstr>PROTOTYPE RESULTS</vt:lpstr>
      <vt:lpstr>TOOLS/TECH STACK </vt:lpstr>
      <vt:lpstr>LIMITATIONS AND 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Suryaa Umamaheshwaran</dc:creator>
  <cp:lastModifiedBy>Shakthivel Rajesh</cp:lastModifiedBy>
  <cp:revision>4</cp:revision>
  <dcterms:created xsi:type="dcterms:W3CDTF">2026-01-12T08:37:26Z</dcterms:created>
  <dcterms:modified xsi:type="dcterms:W3CDTF">2026-01-13T04:24:15Z</dcterms:modified>
</cp:coreProperties>
</file>